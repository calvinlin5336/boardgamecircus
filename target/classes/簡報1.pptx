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4B4-F573-4B62-A89B-A801B23F75F2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2E6-F1EC-4796-A424-37FD17869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559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4B4-F573-4B62-A89B-A801B23F75F2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2E6-F1EC-4796-A424-37FD17869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163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4B4-F573-4B62-A89B-A801B23F75F2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2E6-F1EC-4796-A424-37FD17869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211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4B4-F573-4B62-A89B-A801B23F75F2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2E6-F1EC-4796-A424-37FD17869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367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4B4-F573-4B62-A89B-A801B23F75F2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2E6-F1EC-4796-A424-37FD17869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1711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4B4-F573-4B62-A89B-A801B23F75F2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2E6-F1EC-4796-A424-37FD17869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16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4B4-F573-4B62-A89B-A801B23F75F2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2E6-F1EC-4796-A424-37FD17869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0455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4B4-F573-4B62-A89B-A801B23F75F2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2E6-F1EC-4796-A424-37FD17869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298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4B4-F573-4B62-A89B-A801B23F75F2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2E6-F1EC-4796-A424-37FD17869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19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4B4-F573-4B62-A89B-A801B23F75F2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2E6-F1EC-4796-A424-37FD17869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379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24B4-F573-4B62-A89B-A801B23F75F2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F2E6-F1EC-4796-A424-37FD17869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A24B4-F573-4B62-A89B-A801B23F75F2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BF2E6-F1EC-4796-A424-37FD17869A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74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714"/>
            <a:ext cx="12250673" cy="6629400"/>
          </a:xfrm>
          <a:prstGeom prst="rect">
            <a:avLst/>
          </a:prstGeom>
        </p:spPr>
      </p:pic>
      <p:sp>
        <p:nvSpPr>
          <p:cNvPr id="7" name="圓角矩形 6"/>
          <p:cNvSpPr/>
          <p:nvPr/>
        </p:nvSpPr>
        <p:spPr>
          <a:xfrm>
            <a:off x="1910427" y="854711"/>
            <a:ext cx="5130800" cy="443230"/>
          </a:xfrm>
          <a:prstGeom prst="roundRect">
            <a:avLst/>
          </a:prstGeom>
          <a:noFill/>
          <a:ln w="57150"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217738" y="357977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選擇模式、張</a:t>
            </a:r>
            <a:r>
              <a:rPr lang="zh-TW" altLang="en-US" b="1" dirty="0" smtClean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數及難度後啟動</a:t>
            </a:r>
            <a:endParaRPr lang="zh-TW" altLang="en-US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291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714"/>
            <a:ext cx="12250673" cy="6629400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139700" y="1495108"/>
            <a:ext cx="3378200" cy="498792"/>
          </a:xfrm>
          <a:prstGeom prst="roundRect">
            <a:avLst/>
          </a:prstGeom>
          <a:noFill/>
          <a:ln w="57150"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3594100" y="1559838"/>
            <a:ext cx="326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觀察線索卡 輸入想驗證的密碼</a:t>
            </a:r>
            <a:endParaRPr lang="zh-TW" altLang="en-US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6664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714"/>
            <a:ext cx="12250673" cy="6629400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2813050" y="3006634"/>
            <a:ext cx="736600" cy="443230"/>
          </a:xfrm>
          <a:prstGeom prst="roundRect">
            <a:avLst/>
          </a:prstGeom>
          <a:noFill/>
          <a:ln w="57150"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696334" y="2466698"/>
            <a:ext cx="5914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每輪可以驗證不同條件最多三次 但中間不可變更數字</a:t>
            </a:r>
            <a:endParaRPr lang="zh-TW" altLang="en-US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437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714"/>
            <a:ext cx="12250673" cy="6629400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6127749" y="1543050"/>
            <a:ext cx="1092201" cy="374650"/>
          </a:xfrm>
          <a:prstGeom prst="roundRect">
            <a:avLst/>
          </a:prstGeom>
          <a:noFill/>
          <a:ln w="57150"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610100" y="1173718"/>
            <a:ext cx="4810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驗證次數用完 或是想換數字要按進入下一輪</a:t>
            </a:r>
            <a:endParaRPr lang="zh-TW" altLang="en-US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065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714"/>
            <a:ext cx="12250673" cy="6629400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4130674" y="3408362"/>
            <a:ext cx="958851" cy="598487"/>
          </a:xfrm>
          <a:prstGeom prst="roundRect">
            <a:avLst/>
          </a:prstGeom>
          <a:noFill/>
          <a:ln w="57150"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089525" y="2384244"/>
            <a:ext cx="4810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點擊這兩個區域可以做記號幫助推理</a:t>
            </a:r>
            <a:endParaRPr lang="zh-TW" altLang="en-US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8404224" y="1030288"/>
            <a:ext cx="3787776" cy="966901"/>
          </a:xfrm>
          <a:prstGeom prst="roundRect">
            <a:avLst/>
          </a:prstGeom>
          <a:noFill/>
          <a:ln w="57150"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902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0714"/>
            <a:ext cx="12250673" cy="6629400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6238874" y="6251171"/>
            <a:ext cx="958851" cy="349134"/>
          </a:xfrm>
          <a:prstGeom prst="roundRect">
            <a:avLst/>
          </a:prstGeom>
          <a:noFill/>
          <a:ln w="57150"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6664324" y="5476694"/>
            <a:ext cx="4994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推理出答案後隨時可以點擊推測最終密碼做猜測</a:t>
            </a:r>
            <a:endParaRPr lang="en-US" altLang="zh-TW" b="1" dirty="0" smtClean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但不論對錯都會結束本場遊戲</a:t>
            </a:r>
          </a:p>
        </p:txBody>
      </p:sp>
    </p:spTree>
    <p:extLst>
      <p:ext uri="{BB962C8B-B14F-4D97-AF65-F5344CB8AC3E}">
        <p14:creationId xmlns:p14="http://schemas.microsoft.com/office/powerpoint/2010/main" val="352995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75</Words>
  <Application>Microsoft Office PowerPoint</Application>
  <PresentationFormat>寬螢幕</PresentationFormat>
  <Paragraphs>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student</dc:creator>
  <cp:lastModifiedBy>student</cp:lastModifiedBy>
  <cp:revision>3</cp:revision>
  <dcterms:created xsi:type="dcterms:W3CDTF">2026-07-06T08:17:12Z</dcterms:created>
  <dcterms:modified xsi:type="dcterms:W3CDTF">2026-07-07T05:27:09Z</dcterms:modified>
</cp:coreProperties>
</file>